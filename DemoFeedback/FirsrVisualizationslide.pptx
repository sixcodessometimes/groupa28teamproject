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handoutMasterIdLst>
    <p:handoutMasterId r:id="rId13"/>
  </p:handoutMasterIdLst>
  <p:sldIdLst>
    <p:sldId id="289" r:id="rId5"/>
    <p:sldId id="341" r:id="rId6"/>
    <p:sldId id="329" r:id="rId7"/>
    <p:sldId id="336" r:id="rId8"/>
    <p:sldId id="342" r:id="rId9"/>
    <p:sldId id="260"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5CA1B2-86CA-2943-9DCA-786D7FB51261}" v="273" dt="2025-11-26T03:07:15.285"/>
    <p1510:client id="{E2D09FA9-4951-67FD-A2EB-4F62DBA6F23E}" v="12" dt="2025-11-26T03:25:19.7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36"/>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yjane Betrand" userId="S::mb13afy@herts.ac.uk::9d690930-63dc-4257-8532-dd49e7e9cf4d" providerId="AD" clId="Web-{0130B3CF-C872-458A-6D82-FB5B649CA2D1}"/>
    <pc:docChg chg="modSld">
      <pc:chgData name="Maryjane Betrand" userId="S::mb13afy@herts.ac.uk::9d690930-63dc-4257-8532-dd49e7e9cf4d" providerId="AD" clId="Web-{0130B3CF-C872-458A-6D82-FB5B649CA2D1}" dt="2025-11-07T13:24:07.473" v="2" actId="20577"/>
      <pc:docMkLst>
        <pc:docMk/>
      </pc:docMkLst>
      <pc:sldChg chg="modSp">
        <pc:chgData name="Maryjane Betrand" userId="S::mb13afy@herts.ac.uk::9d690930-63dc-4257-8532-dd49e7e9cf4d" providerId="AD" clId="Web-{0130B3CF-C872-458A-6D82-FB5B649CA2D1}" dt="2025-11-07T13:23:42.800" v="0" actId="20577"/>
        <pc:sldMkLst>
          <pc:docMk/>
          <pc:sldMk cId="4148532546" sldId="289"/>
        </pc:sldMkLst>
        <pc:spChg chg="mod">
          <ac:chgData name="Maryjane Betrand" userId="S::mb13afy@herts.ac.uk::9d690930-63dc-4257-8532-dd49e7e9cf4d" providerId="AD" clId="Web-{0130B3CF-C872-458A-6D82-FB5B649CA2D1}" dt="2025-11-07T13:23:42.800" v="0" actId="20577"/>
          <ac:spMkLst>
            <pc:docMk/>
            <pc:sldMk cId="4148532546" sldId="289"/>
            <ac:spMk id="4" creationId="{6E7F4D14-5620-EC41-A86C-6CC3CFD691B4}"/>
          </ac:spMkLst>
        </pc:spChg>
      </pc:sldChg>
      <pc:sldChg chg="modSp">
        <pc:chgData name="Maryjane Betrand" userId="S::mb13afy@herts.ac.uk::9d690930-63dc-4257-8532-dd49e7e9cf4d" providerId="AD" clId="Web-{0130B3CF-C872-458A-6D82-FB5B649CA2D1}" dt="2025-11-07T13:24:07.473" v="2" actId="20577"/>
        <pc:sldMkLst>
          <pc:docMk/>
          <pc:sldMk cId="1718004908" sldId="329"/>
        </pc:sldMkLst>
        <pc:spChg chg="mod">
          <ac:chgData name="Maryjane Betrand" userId="S::mb13afy@herts.ac.uk::9d690930-63dc-4257-8532-dd49e7e9cf4d" providerId="AD" clId="Web-{0130B3CF-C872-458A-6D82-FB5B649CA2D1}" dt="2025-11-07T13:24:07.473" v="2" actId="20577"/>
          <ac:spMkLst>
            <pc:docMk/>
            <pc:sldMk cId="1718004908" sldId="329"/>
            <ac:spMk id="3" creationId="{00EBC183-8AA5-EC44-9987-D65F5C1892A1}"/>
          </ac:spMkLst>
        </pc:spChg>
      </pc:sldChg>
    </pc:docChg>
  </pc:docChgLst>
  <pc:docChgLst>
    <pc:chgData name="Khant Naing" userId="S::kn25aay@herts.ac.uk::52a16731-b23a-4fbb-b63a-449bf6dd3c2a" providerId="AD" clId="Web-{175CA1B2-86CA-2943-9DCA-786D7FB51261}"/>
    <pc:docChg chg="delSld modSld">
      <pc:chgData name="Khant Naing" userId="S::kn25aay@herts.ac.uk::52a16731-b23a-4fbb-b63a-449bf6dd3c2a" providerId="AD" clId="Web-{175CA1B2-86CA-2943-9DCA-786D7FB51261}" dt="2025-11-26T03:07:13.066" v="184" actId="20577"/>
      <pc:docMkLst>
        <pc:docMk/>
      </pc:docMkLst>
      <pc:sldChg chg="del">
        <pc:chgData name="Khant Naing" userId="S::kn25aay@herts.ac.uk::52a16731-b23a-4fbb-b63a-449bf6dd3c2a" providerId="AD" clId="Web-{175CA1B2-86CA-2943-9DCA-786D7FB51261}" dt="2025-11-26T02:45:46.961" v="111"/>
        <pc:sldMkLst>
          <pc:docMk/>
          <pc:sldMk cId="0" sldId="259"/>
        </pc:sldMkLst>
      </pc:sldChg>
      <pc:sldChg chg="modSp">
        <pc:chgData name="Khant Naing" userId="S::kn25aay@herts.ac.uk::52a16731-b23a-4fbb-b63a-449bf6dd3c2a" providerId="AD" clId="Web-{175CA1B2-86CA-2943-9DCA-786D7FB51261}" dt="2025-11-26T02:45:34.383" v="110" actId="20577"/>
        <pc:sldMkLst>
          <pc:docMk/>
          <pc:sldMk cId="0" sldId="260"/>
        </pc:sldMkLst>
        <pc:spChg chg="mod">
          <ac:chgData name="Khant Naing" userId="S::kn25aay@herts.ac.uk::52a16731-b23a-4fbb-b63a-449bf6dd3c2a" providerId="AD" clId="Web-{175CA1B2-86CA-2943-9DCA-786D7FB51261}" dt="2025-11-26T02:45:34.383" v="110" actId="20577"/>
          <ac:spMkLst>
            <pc:docMk/>
            <pc:sldMk cId="0" sldId="260"/>
            <ac:spMk id="124" creationId="{00000000-0000-0000-0000-000000000000}"/>
          </ac:spMkLst>
        </pc:spChg>
      </pc:sldChg>
      <pc:sldChg chg="del">
        <pc:chgData name="Khant Naing" userId="S::kn25aay@herts.ac.uk::52a16731-b23a-4fbb-b63a-449bf6dd3c2a" providerId="AD" clId="Web-{175CA1B2-86CA-2943-9DCA-786D7FB51261}" dt="2025-11-26T02:45:49.461" v="112"/>
        <pc:sldMkLst>
          <pc:docMk/>
          <pc:sldMk cId="0" sldId="261"/>
        </pc:sldMkLst>
      </pc:sldChg>
      <pc:sldChg chg="addSp modSp">
        <pc:chgData name="Khant Naing" userId="S::kn25aay@herts.ac.uk::52a16731-b23a-4fbb-b63a-449bf6dd3c2a" providerId="AD" clId="Web-{175CA1B2-86CA-2943-9DCA-786D7FB51261}" dt="2025-11-26T02:51:56.157" v="165" actId="1076"/>
        <pc:sldMkLst>
          <pc:docMk/>
          <pc:sldMk cId="0" sldId="262"/>
        </pc:sldMkLst>
        <pc:spChg chg="mod">
          <ac:chgData name="Khant Naing" userId="S::kn25aay@herts.ac.uk::52a16731-b23a-4fbb-b63a-449bf6dd3c2a" providerId="AD" clId="Web-{175CA1B2-86CA-2943-9DCA-786D7FB51261}" dt="2025-11-26T02:51:56.157" v="165" actId="1076"/>
          <ac:spMkLst>
            <pc:docMk/>
            <pc:sldMk cId="0" sldId="262"/>
            <ac:spMk id="2" creationId="{58BC67A1-346D-734F-321E-2098D1481674}"/>
          </ac:spMkLst>
        </pc:spChg>
        <pc:picChg chg="add mod">
          <ac:chgData name="Khant Naing" userId="S::kn25aay@herts.ac.uk::52a16731-b23a-4fbb-b63a-449bf6dd3c2a" providerId="AD" clId="Web-{175CA1B2-86CA-2943-9DCA-786D7FB51261}" dt="2025-11-26T02:50:04.623" v="149" actId="1076"/>
          <ac:picMkLst>
            <pc:docMk/>
            <pc:sldMk cId="0" sldId="262"/>
            <ac:picMk id="3" creationId="{ADE0F45B-5F75-964C-3D2C-19D112C7EFF6}"/>
          </ac:picMkLst>
        </pc:picChg>
      </pc:sldChg>
      <pc:sldChg chg="modSp">
        <pc:chgData name="Khant Naing" userId="S::kn25aay@herts.ac.uk::52a16731-b23a-4fbb-b63a-449bf6dd3c2a" providerId="AD" clId="Web-{175CA1B2-86CA-2943-9DCA-786D7FB51261}" dt="2025-11-26T03:07:13.066" v="184" actId="20577"/>
        <pc:sldMkLst>
          <pc:docMk/>
          <pc:sldMk cId="4148532546" sldId="289"/>
        </pc:sldMkLst>
        <pc:spChg chg="mod">
          <ac:chgData name="Khant Naing" userId="S::kn25aay@herts.ac.uk::52a16731-b23a-4fbb-b63a-449bf6dd3c2a" providerId="AD" clId="Web-{175CA1B2-86CA-2943-9DCA-786D7FB51261}" dt="2025-11-26T03:07:13.066" v="184" actId="20577"/>
          <ac:spMkLst>
            <pc:docMk/>
            <pc:sldMk cId="4148532546" sldId="289"/>
            <ac:spMk id="2" creationId="{3440AEE4-CC66-FE42-B0C3-2CC7AFD37D1C}"/>
          </ac:spMkLst>
        </pc:spChg>
        <pc:spChg chg="mod">
          <ac:chgData name="Khant Naing" userId="S::kn25aay@herts.ac.uk::52a16731-b23a-4fbb-b63a-449bf6dd3c2a" providerId="AD" clId="Web-{175CA1B2-86CA-2943-9DCA-786D7FB51261}" dt="2025-11-26T03:07:01.095" v="176" actId="20577"/>
          <ac:spMkLst>
            <pc:docMk/>
            <pc:sldMk cId="4148532546" sldId="289"/>
            <ac:spMk id="4" creationId="{6E7F4D14-5620-EC41-A86C-6CC3CFD691B4}"/>
          </ac:spMkLst>
        </pc:spChg>
      </pc:sldChg>
      <pc:sldChg chg="addSp delSp modSp">
        <pc:chgData name="Khant Naing" userId="S::kn25aay@herts.ac.uk::52a16731-b23a-4fbb-b63a-449bf6dd3c2a" providerId="AD" clId="Web-{175CA1B2-86CA-2943-9DCA-786D7FB51261}" dt="2025-11-25T23:12:07.725" v="88" actId="1076"/>
        <pc:sldMkLst>
          <pc:docMk/>
          <pc:sldMk cId="1718004908" sldId="329"/>
        </pc:sldMkLst>
        <pc:spChg chg="mod">
          <ac:chgData name="Khant Naing" userId="S::kn25aay@herts.ac.uk::52a16731-b23a-4fbb-b63a-449bf6dd3c2a" providerId="AD" clId="Web-{175CA1B2-86CA-2943-9DCA-786D7FB51261}" dt="2025-11-25T23:01:01.515" v="44" actId="20577"/>
          <ac:spMkLst>
            <pc:docMk/>
            <pc:sldMk cId="1718004908" sldId="329"/>
            <ac:spMk id="2" creationId="{7D9D8228-727F-1E46-B5AD-91D158B8255E}"/>
          </ac:spMkLst>
        </pc:spChg>
        <pc:spChg chg="add mod">
          <ac:chgData name="Khant Naing" userId="S::kn25aay@herts.ac.uk::52a16731-b23a-4fbb-b63a-449bf6dd3c2a" providerId="AD" clId="Web-{175CA1B2-86CA-2943-9DCA-786D7FB51261}" dt="2025-11-25T23:11:27.489" v="75" actId="1076"/>
          <ac:spMkLst>
            <pc:docMk/>
            <pc:sldMk cId="1718004908" sldId="329"/>
            <ac:spMk id="8" creationId="{3E2B45D1-03CC-612B-9658-78B3B40EC696}"/>
          </ac:spMkLst>
        </pc:spChg>
        <pc:spChg chg="add mod">
          <ac:chgData name="Khant Naing" userId="S::kn25aay@herts.ac.uk::52a16731-b23a-4fbb-b63a-449bf6dd3c2a" providerId="AD" clId="Web-{175CA1B2-86CA-2943-9DCA-786D7FB51261}" dt="2025-11-25T23:11:55.209" v="85" actId="1076"/>
          <ac:spMkLst>
            <pc:docMk/>
            <pc:sldMk cId="1718004908" sldId="329"/>
            <ac:spMk id="9" creationId="{766916DC-BEFF-CD9D-5DFB-F0AEE917A8BD}"/>
          </ac:spMkLst>
        </pc:spChg>
        <pc:graphicFrameChg chg="del mod modGraphic">
          <ac:chgData name="Khant Naing" userId="S::kn25aay@herts.ac.uk::52a16731-b23a-4fbb-b63a-449bf6dd3c2a" providerId="AD" clId="Web-{175CA1B2-86CA-2943-9DCA-786D7FB51261}" dt="2025-11-25T23:00:55.420" v="42"/>
          <ac:graphicFrameMkLst>
            <pc:docMk/>
            <pc:sldMk cId="1718004908" sldId="329"/>
            <ac:graphicFrameMk id="11" creationId="{17468CB6-B0D7-5760-9515-F26AE1D82D2B}"/>
          </ac:graphicFrameMkLst>
        </pc:graphicFrameChg>
        <pc:picChg chg="add mod">
          <ac:chgData name="Khant Naing" userId="S::kn25aay@herts.ac.uk::52a16731-b23a-4fbb-b63a-449bf6dd3c2a" providerId="AD" clId="Web-{175CA1B2-86CA-2943-9DCA-786D7FB51261}" dt="2025-11-25T23:09:08.345" v="48" actId="1076"/>
          <ac:picMkLst>
            <pc:docMk/>
            <pc:sldMk cId="1718004908" sldId="329"/>
            <ac:picMk id="5" creationId="{3BCCF806-4D3E-68E6-1B2D-B520746580E5}"/>
          </ac:picMkLst>
        </pc:picChg>
        <pc:cxnChg chg="add mod">
          <ac:chgData name="Khant Naing" userId="S::kn25aay@herts.ac.uk::52a16731-b23a-4fbb-b63a-449bf6dd3c2a" providerId="AD" clId="Web-{175CA1B2-86CA-2943-9DCA-786D7FB51261}" dt="2025-11-25T23:10:05.940" v="50" actId="14100"/>
          <ac:cxnSpMkLst>
            <pc:docMk/>
            <pc:sldMk cId="1718004908" sldId="329"/>
            <ac:cxnSpMk id="6" creationId="{A9592F70-4CAE-9358-8F2C-010C0D743A18}"/>
          </ac:cxnSpMkLst>
        </pc:cxnChg>
        <pc:cxnChg chg="add mod">
          <ac:chgData name="Khant Naing" userId="S::kn25aay@herts.ac.uk::52a16731-b23a-4fbb-b63a-449bf6dd3c2a" providerId="AD" clId="Web-{175CA1B2-86CA-2943-9DCA-786D7FB51261}" dt="2025-11-25T23:11:51.115" v="84" actId="14100"/>
          <ac:cxnSpMkLst>
            <pc:docMk/>
            <pc:sldMk cId="1718004908" sldId="329"/>
            <ac:cxnSpMk id="7" creationId="{822BD263-1AB3-6ABC-9764-01E046E885A6}"/>
          </ac:cxnSpMkLst>
        </pc:cxnChg>
        <pc:cxnChg chg="mod">
          <ac:chgData name="Khant Naing" userId="S::kn25aay@herts.ac.uk::52a16731-b23a-4fbb-b63a-449bf6dd3c2a" providerId="AD" clId="Web-{175CA1B2-86CA-2943-9DCA-786D7FB51261}" dt="2025-11-25T23:12:07.725" v="88" actId="1076"/>
          <ac:cxnSpMkLst>
            <pc:docMk/>
            <pc:sldMk cId="1718004908" sldId="329"/>
            <ac:cxnSpMk id="30" creationId="{A174ADF1-9076-4B41-8EBE-E2A8E1BB8369}"/>
          </ac:cxnSpMkLst>
        </pc:cxnChg>
      </pc:sldChg>
      <pc:sldChg chg="addSp delSp modSp">
        <pc:chgData name="Khant Naing" userId="S::kn25aay@herts.ac.uk::52a16731-b23a-4fbb-b63a-449bf6dd3c2a" providerId="AD" clId="Web-{175CA1B2-86CA-2943-9DCA-786D7FB51261}" dt="2025-11-26T02:20:13.539" v="101" actId="1076"/>
        <pc:sldMkLst>
          <pc:docMk/>
          <pc:sldMk cId="32494612" sldId="336"/>
        </pc:sldMkLst>
        <pc:spChg chg="add del mod">
          <ac:chgData name="Khant Naing" userId="S::kn25aay@herts.ac.uk::52a16731-b23a-4fbb-b63a-449bf6dd3c2a" providerId="AD" clId="Web-{175CA1B2-86CA-2943-9DCA-786D7FB51261}" dt="2025-11-26T02:16:24.244" v="91"/>
          <ac:spMkLst>
            <pc:docMk/>
            <pc:sldMk cId="32494612" sldId="336"/>
            <ac:spMk id="5" creationId="{B5F34834-8A62-601B-B44B-0D68994D75E6}"/>
          </ac:spMkLst>
        </pc:spChg>
        <pc:spChg chg="mod">
          <ac:chgData name="Khant Naing" userId="S::kn25aay@herts.ac.uk::52a16731-b23a-4fbb-b63a-449bf6dd3c2a" providerId="AD" clId="Web-{175CA1B2-86CA-2943-9DCA-786D7FB51261}" dt="2025-11-26T02:16:29.589" v="92" actId="1076"/>
          <ac:spMkLst>
            <pc:docMk/>
            <pc:sldMk cId="32494612" sldId="336"/>
            <ac:spMk id="8" creationId="{08296624-D625-8A51-63F8-EC461F283B3B}"/>
          </ac:spMkLst>
        </pc:spChg>
        <pc:spChg chg="del mod">
          <ac:chgData name="Khant Naing" userId="S::kn25aay@herts.ac.uk::52a16731-b23a-4fbb-b63a-449bf6dd3c2a" providerId="AD" clId="Web-{175CA1B2-86CA-2943-9DCA-786D7FB51261}" dt="2025-11-26T02:16:18.572" v="90"/>
          <ac:spMkLst>
            <pc:docMk/>
            <pc:sldMk cId="32494612" sldId="336"/>
            <ac:spMk id="12" creationId="{F41CBD45-A845-C335-489D-8BB5DDD408DD}"/>
          </ac:spMkLst>
        </pc:spChg>
        <pc:picChg chg="add mod">
          <ac:chgData name="Khant Naing" userId="S::kn25aay@herts.ac.uk::52a16731-b23a-4fbb-b63a-449bf6dd3c2a" providerId="AD" clId="Web-{175CA1B2-86CA-2943-9DCA-786D7FB51261}" dt="2025-11-26T02:19:59.022" v="97" actId="1076"/>
          <ac:picMkLst>
            <pc:docMk/>
            <pc:sldMk cId="32494612" sldId="336"/>
            <ac:picMk id="6" creationId="{3BA747C4-8E58-2D21-738C-68E53094F7CD}"/>
          </ac:picMkLst>
        </pc:picChg>
        <pc:picChg chg="add mod">
          <ac:chgData name="Khant Naing" userId="S::kn25aay@herts.ac.uk::52a16731-b23a-4fbb-b63a-449bf6dd3c2a" providerId="AD" clId="Web-{175CA1B2-86CA-2943-9DCA-786D7FB51261}" dt="2025-11-26T02:20:13.539" v="101" actId="1076"/>
          <ac:picMkLst>
            <pc:docMk/>
            <pc:sldMk cId="32494612" sldId="336"/>
            <ac:picMk id="9" creationId="{612691B3-ADD2-DDBF-74CE-78446D6F3448}"/>
          </ac:picMkLst>
        </pc:picChg>
      </pc:sldChg>
      <pc:sldChg chg="del">
        <pc:chgData name="Khant Naing" userId="S::kn25aay@herts.ac.uk::52a16731-b23a-4fbb-b63a-449bf6dd3c2a" providerId="AD" clId="Web-{175CA1B2-86CA-2943-9DCA-786D7FB51261}" dt="2025-11-26T02:44:29.068" v="103"/>
        <pc:sldMkLst>
          <pc:docMk/>
          <pc:sldMk cId="3608140810" sldId="339"/>
        </pc:sldMkLst>
      </pc:sldChg>
      <pc:sldChg chg="del">
        <pc:chgData name="Khant Naing" userId="S::kn25aay@herts.ac.uk::52a16731-b23a-4fbb-b63a-449bf6dd3c2a" providerId="AD" clId="Web-{175CA1B2-86CA-2943-9DCA-786D7FB51261}" dt="2025-11-26T02:44:26.646" v="102"/>
        <pc:sldMkLst>
          <pc:docMk/>
          <pc:sldMk cId="2723358785" sldId="340"/>
        </pc:sldMkLst>
      </pc:sldChg>
    </pc:docChg>
  </pc:docChgLst>
  <pc:docChgLst>
    <pc:chgData name="Khant Zwe Naing [Student-PECS]" userId="S::kn24abc@herts.ac.uk::8454762f-2936-43f3-8873-85b9058faef2" providerId="AD" clId="Web-{E2D09FA9-4951-67FD-A2EB-4F62DBA6F23E}"/>
    <pc:docChg chg="delSld modSld">
      <pc:chgData name="Khant Zwe Naing [Student-PECS]" userId="S::kn24abc@herts.ac.uk::8454762f-2936-43f3-8873-85b9058faef2" providerId="AD" clId="Web-{E2D09FA9-4951-67FD-A2EB-4F62DBA6F23E}" dt="2025-11-26T03:25:16.438" v="10" actId="20577"/>
      <pc:docMkLst>
        <pc:docMk/>
      </pc:docMkLst>
      <pc:sldChg chg="modSp">
        <pc:chgData name="Khant Zwe Naing [Student-PECS]" userId="S::kn24abc@herts.ac.uk::8454762f-2936-43f3-8873-85b9058faef2" providerId="AD" clId="Web-{E2D09FA9-4951-67FD-A2EB-4F62DBA6F23E}" dt="2025-11-26T03:25:16.438" v="10" actId="20577"/>
        <pc:sldMkLst>
          <pc:docMk/>
          <pc:sldMk cId="4148532546" sldId="289"/>
        </pc:sldMkLst>
        <pc:spChg chg="mod">
          <ac:chgData name="Khant Zwe Naing [Student-PECS]" userId="S::kn24abc@herts.ac.uk::8454762f-2936-43f3-8873-85b9058faef2" providerId="AD" clId="Web-{E2D09FA9-4951-67FD-A2EB-4F62DBA6F23E}" dt="2025-11-26T03:25:16.438" v="10" actId="20577"/>
          <ac:spMkLst>
            <pc:docMk/>
            <pc:sldMk cId="4148532546" sldId="289"/>
            <ac:spMk id="3" creationId="{8275DA97-5166-7F4B-BC83-F50AC8BEDCD7}"/>
          </ac:spMkLst>
        </pc:spChg>
      </pc:sldChg>
      <pc:sldChg chg="del">
        <pc:chgData name="Khant Zwe Naing [Student-PECS]" userId="S::kn24abc@herts.ac.uk::8454762f-2936-43f3-8873-85b9058faef2" providerId="AD" clId="Web-{E2D09FA9-4951-67FD-A2EB-4F62DBA6F23E}" dt="2025-11-26T03:25:02.594" v="0"/>
        <pc:sldMkLst>
          <pc:docMk/>
          <pc:sldMk cId="384748354" sldId="337"/>
        </pc:sldMkLst>
      </pc:sldChg>
      <pc:sldChg chg="del">
        <pc:chgData name="Khant Zwe Naing [Student-PECS]" userId="S::kn24abc@herts.ac.uk::8454762f-2936-43f3-8873-85b9058faef2" providerId="AD" clId="Web-{E2D09FA9-4951-67FD-A2EB-4F62DBA6F23E}" dt="2025-11-26T03:25:06.360" v="1"/>
        <pc:sldMkLst>
          <pc:docMk/>
          <pc:sldMk cId="889904235" sldId="346"/>
        </pc:sldMkLst>
      </pc:sldChg>
    </pc:docChg>
  </pc:docChgLst>
  <pc:docChgLst>
    <pc:chgData name="Sarah Beecham" userId="3dff3769-a6f8-4999-99c7-104518196c07" providerId="ADAL" clId="{B053FDEB-A230-4C3D-AB28-1996D6638692}"/>
    <pc:docChg chg="custSel modSld">
      <pc:chgData name="Sarah Beecham" userId="3dff3769-a6f8-4999-99c7-104518196c07" providerId="ADAL" clId="{B053FDEB-A230-4C3D-AB28-1996D6638692}" dt="2025-11-17T15:38:57.719" v="259" actId="313"/>
      <pc:docMkLst>
        <pc:docMk/>
      </pc:docMkLst>
      <pc:sldChg chg="modSp mod">
        <pc:chgData name="Sarah Beecham" userId="3dff3769-a6f8-4999-99c7-104518196c07" providerId="ADAL" clId="{B053FDEB-A230-4C3D-AB28-1996D6638692}" dt="2025-11-17T15:38:57.719" v="259" actId="313"/>
        <pc:sldMkLst>
          <pc:docMk/>
          <pc:sldMk cId="0" sldId="262"/>
        </pc:sldMkLst>
        <pc:spChg chg="mod">
          <ac:chgData name="Sarah Beecham" userId="3dff3769-a6f8-4999-99c7-104518196c07" providerId="ADAL" clId="{B053FDEB-A230-4C3D-AB28-1996D6638692}" dt="2025-11-17T15:38:57.719" v="259" actId="313"/>
          <ac:spMkLst>
            <pc:docMk/>
            <pc:sldMk cId="0" sldId="262"/>
            <ac:spMk id="2" creationId="{58BC67A1-346D-734F-321E-2098D1481674}"/>
          </ac:spMkLst>
        </pc:spChg>
      </pc:sldChg>
      <pc:sldChg chg="modSp mod">
        <pc:chgData name="Sarah Beecham" userId="3dff3769-a6f8-4999-99c7-104518196c07" providerId="ADAL" clId="{B053FDEB-A230-4C3D-AB28-1996D6638692}" dt="2025-11-17T15:33:16.677" v="28" actId="20577"/>
        <pc:sldMkLst>
          <pc:docMk/>
          <pc:sldMk cId="32494612" sldId="336"/>
        </pc:sldMkLst>
        <pc:spChg chg="mod">
          <ac:chgData name="Sarah Beecham" userId="3dff3769-a6f8-4999-99c7-104518196c07" providerId="ADAL" clId="{B053FDEB-A230-4C3D-AB28-1996D6638692}" dt="2025-11-17T15:33:16.677" v="28" actId="20577"/>
          <ac:spMkLst>
            <pc:docMk/>
            <pc:sldMk cId="32494612" sldId="336"/>
            <ac:spMk id="7" creationId="{F7FEA660-7B39-BC91-3B96-7298CCF66DE1}"/>
          </ac:spMkLst>
        </pc:spChg>
      </pc:sldChg>
      <pc:sldChg chg="modSp mod">
        <pc:chgData name="Sarah Beecham" userId="3dff3769-a6f8-4999-99c7-104518196c07" providerId="ADAL" clId="{B053FDEB-A230-4C3D-AB28-1996D6638692}" dt="2025-11-17T15:31:40.436" v="1" actId="20577"/>
        <pc:sldMkLst>
          <pc:docMk/>
          <pc:sldMk cId="2339144795" sldId="341"/>
        </pc:sldMkLst>
        <pc:spChg chg="mod">
          <ac:chgData name="Sarah Beecham" userId="3dff3769-a6f8-4999-99c7-104518196c07" providerId="ADAL" clId="{B053FDEB-A230-4C3D-AB28-1996D6638692}" dt="2025-11-17T15:31:40.436" v="1" actId="20577"/>
          <ac:spMkLst>
            <pc:docMk/>
            <pc:sldMk cId="2339144795" sldId="341"/>
            <ac:spMk id="5" creationId="{A5F0AC96-5BAE-FDAC-4EAC-17779A2B064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25/11/2025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3T12:25:27.524"/>
    </inkml:context>
    <inkml:brush xml:id="br0">
      <inkml:brushProperty name="width" value="0.1" units="cm"/>
      <inkml:brushProperty name="height" value="0.1" units="cm"/>
      <inkml:brushProperty name="color" value="#E71224"/>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25/11/2025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noRot="1" noChangeAspect="1"/>
          </p:cNvSpPr>
          <p:nvPr>
            <p:ph type="sldImg"/>
          </p:nvPr>
        </p:nvSpPr>
        <p:spPr>
          <a:xfrm>
            <a:off x="685800" y="1143000"/>
            <a:ext cx="5486400" cy="3086100"/>
          </a:xfrm>
          <a:prstGeom prst="rect">
            <a:avLst/>
          </a:prstGeom>
        </p:spPr>
      </p:sp>
      <p:sp>
        <p:nvSpPr>
          <p:cNvPr id="143"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44"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F2152A03-473D-4693-94B3-2C4A26E4B7E1}" type="slidenum">
              <a:rPr lang="en-GB" sz="1200" b="0" strike="noStrike" spc="-1">
                <a:latin typeface="Times New Roman"/>
              </a:rPr>
              <a:t>8</a:t>
            </a:fld>
            <a:endParaRPr lang="en-US" sz="1200" b="0" strike="noStrike" spc="-1">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noRot="1" noChangeAspect="1"/>
          </p:cNvSpPr>
          <p:nvPr>
            <p:ph type="sldImg"/>
          </p:nvPr>
        </p:nvSpPr>
        <p:spPr>
          <a:xfrm>
            <a:off x="685800" y="1143000"/>
            <a:ext cx="5486400" cy="3086100"/>
          </a:xfrm>
          <a:prstGeom prst="rect">
            <a:avLst/>
          </a:prstGeom>
        </p:spPr>
      </p:sp>
      <p:sp>
        <p:nvSpPr>
          <p:cNvPr id="149"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9</a:t>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0370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 id="2147483724" r:id="rId14"/>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Visualization and Analysis – </a:t>
            </a:r>
            <a:br>
              <a:rPr lang="en-US" dirty="0"/>
            </a:br>
            <a:r>
              <a:rPr lang="en-US" sz="4000" dirty="0"/>
              <a:t>Tutorial Presentation for Feedback</a:t>
            </a:r>
            <a:br>
              <a:rPr lang="en-US" sz="4000" dirty="0"/>
            </a:br>
            <a:r>
              <a:rPr lang="en-US" sz="2200" dirty="0"/>
              <a:t>Date:  26.11.2025</a:t>
            </a:r>
            <a:br>
              <a:rPr lang="en-US" sz="8000" dirty="0"/>
            </a:br>
            <a:endParaRPr lang="en-US"/>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vert="horz" lIns="0" tIns="0" rIns="0" bIns="0" rtlCol="0" anchor="t">
            <a:noAutofit/>
          </a:bodyPr>
          <a:lstStyle/>
          <a:p>
            <a:r>
              <a:rPr lang="en-US" sz="2000" dirty="0"/>
              <a:t>Group Id:                                                           Name of Student Presenting: Khant Zwe Naing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GpA28 :                    Names of Student Attendees : </a:t>
            </a:r>
            <a:r>
              <a:rPr lang="en-GB" dirty="0">
                <a:ea typeface="+mn-lt"/>
                <a:cs typeface="+mn-lt"/>
              </a:rPr>
              <a:t>Adeleye Francis Adewuyi, Mercy Toluwani Idowu, Jatin Kumar, Muhammad Taha Mirza, Khant Zwe Naing</a:t>
            </a:r>
            <a:endParaRPr lang="en-US" dirty="0"/>
          </a:p>
          <a:p>
            <a:endParaRPr lang="en-GB" dirty="0">
              <a:cs typeface="Arial"/>
            </a:endParaRPr>
          </a:p>
        </p:txBody>
      </p:sp>
      <p:sp>
        <p:nvSpPr>
          <p:cNvPr id="5" name="Slide Number Placeholder 4">
            <a:extLst>
              <a:ext uri="{FF2B5EF4-FFF2-40B4-BE49-F238E27FC236}">
                <a16:creationId xmlns:a16="http://schemas.microsoft.com/office/drawing/2014/main" id="{6B584311-58F1-BD4D-8FED-50D72C3DED34}"/>
              </a:ext>
            </a:extLst>
          </p:cNvPr>
          <p:cNvSpPr>
            <a:spLocks noGrp="1"/>
          </p:cNvSpPr>
          <p:nvPr>
            <p:ph type="sldNum" sz="quarter" idx="12"/>
          </p:nvPr>
        </p:nvSpPr>
        <p:spPr/>
        <p:txBody>
          <a:bodyPr/>
          <a:lstStyle/>
          <a:p>
            <a:fld id="{E4D355CA-84B7-41B1-B164-8BB439CC7C6B}" type="slidenum">
              <a:rPr lang="en-GB" smtClean="0"/>
              <a:pPr/>
              <a:t>1</a:t>
            </a:fld>
            <a:endParaRPr lang="en-GB"/>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31262B9-84B0-C1A5-543C-8FA0F2459C07}"/>
              </a:ext>
            </a:extLst>
          </p:cNvPr>
          <p:cNvSpPr>
            <a:spLocks noGrp="1"/>
          </p:cNvSpPr>
          <p:nvPr>
            <p:ph type="subTitle" idx="1"/>
          </p:nvPr>
        </p:nvSpPr>
        <p:spPr>
          <a:xfrm>
            <a:off x="942200" y="1355611"/>
            <a:ext cx="7200000" cy="360000"/>
          </a:xfrm>
        </p:spPr>
        <p:txBody>
          <a:bodyPr/>
          <a:lstStyle/>
          <a:p>
            <a:r>
              <a:rPr lang="en-US"/>
              <a:t>Part 1: VISUALISATION</a:t>
            </a:r>
            <a:endParaRPr lang="en-GB"/>
          </a:p>
        </p:txBody>
      </p:sp>
      <p:sp>
        <p:nvSpPr>
          <p:cNvPr id="3" name="Footer Placeholder 2">
            <a:extLst>
              <a:ext uri="{FF2B5EF4-FFF2-40B4-BE49-F238E27FC236}">
                <a16:creationId xmlns:a16="http://schemas.microsoft.com/office/drawing/2014/main" id="{AA8750A5-C5AD-CEC8-7CD5-C4412264CC71}"/>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2B0B5058-8385-6382-3B48-5ADE78EDFDAD}"/>
              </a:ext>
            </a:extLst>
          </p:cNvPr>
          <p:cNvSpPr>
            <a:spLocks noGrp="1"/>
          </p:cNvSpPr>
          <p:nvPr>
            <p:ph type="sldNum" sz="quarter" idx="12"/>
          </p:nvPr>
        </p:nvSpPr>
        <p:spPr/>
        <p:txBody>
          <a:bodyPr/>
          <a:lstStyle/>
          <a:p>
            <a:fld id="{E4D355CA-84B7-41B1-B164-8BB439CC7C6B}" type="slidenum">
              <a:rPr lang="en-GB" smtClean="0"/>
              <a:pPr/>
              <a:t>2</a:t>
            </a:fld>
            <a:endParaRPr lang="en-GB"/>
          </a:p>
        </p:txBody>
      </p:sp>
      <p:sp>
        <p:nvSpPr>
          <p:cNvPr id="5" name="Title 4">
            <a:extLst>
              <a:ext uri="{FF2B5EF4-FFF2-40B4-BE49-F238E27FC236}">
                <a16:creationId xmlns:a16="http://schemas.microsoft.com/office/drawing/2014/main" id="{A5F0AC96-5BAE-FDAC-4EAC-17779A2B0645}"/>
              </a:ext>
            </a:extLst>
          </p:cNvPr>
          <p:cNvSpPr>
            <a:spLocks noGrp="1"/>
          </p:cNvSpPr>
          <p:nvPr>
            <p:ph type="ctrTitle"/>
          </p:nvPr>
        </p:nvSpPr>
        <p:spPr>
          <a:xfrm>
            <a:off x="942201" y="1715611"/>
            <a:ext cx="10683742" cy="2359086"/>
          </a:xfrm>
        </p:spPr>
        <p:txBody>
          <a:bodyPr>
            <a:noAutofit/>
          </a:bodyPr>
          <a:lstStyle/>
          <a:p>
            <a:pPr>
              <a:lnSpc>
                <a:spcPts val="6000"/>
              </a:lnSpc>
            </a:pPr>
            <a:r>
              <a:rPr lang="en-US" sz="3000" dirty="0">
                <a:solidFill>
                  <a:srgbClr val="FF0000"/>
                </a:solidFill>
              </a:rPr>
              <a:t>If you have not defined your Research Question (RQ) yet, please do not attempt to present Visualizations and/or analyses of your data.  Go to Canvas, announcements on RQ presentations, and use the PowerPoint template provided for you to present your RQ.  You can use the time slot to present your RQ instead of the </a:t>
            </a:r>
            <a:r>
              <a:rPr lang="en-US" sz="3000" dirty="0" err="1">
                <a:solidFill>
                  <a:srgbClr val="FF0000"/>
                </a:solidFill>
              </a:rPr>
              <a:t>Visualisation</a:t>
            </a:r>
            <a:r>
              <a:rPr lang="en-US" sz="3000" dirty="0">
                <a:solidFill>
                  <a:srgbClr val="FF0000"/>
                </a:solidFill>
              </a:rPr>
              <a:t>.</a:t>
            </a:r>
            <a:endParaRPr lang="en-GB" sz="3000" dirty="0">
              <a:solidFill>
                <a:srgbClr val="FF0000"/>
              </a:solidFill>
            </a:endParaRPr>
          </a:p>
        </p:txBody>
      </p:sp>
    </p:spTree>
    <p:extLst>
      <p:ext uri="{BB962C8B-B14F-4D97-AF65-F5344CB8AC3E}">
        <p14:creationId xmlns:p14="http://schemas.microsoft.com/office/powerpoint/2010/main" val="2339144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080637"/>
            <a:ext cx="10110240" cy="588024"/>
          </a:xfrm>
        </p:spPr>
        <p:txBody>
          <a:bodyPr vert="horz" lIns="0" tIns="0" rIns="0" bIns="0" rtlCol="0" anchor="t">
            <a:noAutofit/>
          </a:bodyPr>
          <a:lstStyle/>
          <a:p>
            <a:r>
              <a:rPr lang="en-US" sz="2400" b="0" dirty="0">
                <a:latin typeface="Calibri"/>
                <a:ea typeface="Calibri"/>
                <a:cs typeface="Calibri"/>
              </a:rPr>
              <a:t>We are using the dataset</a:t>
            </a:r>
            <a:r>
              <a:rPr lang="en-US" sz="2400" b="0" dirty="0">
                <a:solidFill>
                  <a:srgbClr val="FF0000"/>
                </a:solidFill>
                <a:latin typeface="Calibri"/>
                <a:ea typeface="Calibri"/>
                <a:cs typeface="Calibri"/>
              </a:rPr>
              <a:t>   ds276 </a:t>
            </a:r>
            <a:r>
              <a:rPr lang="en-US" sz="2400" b="0" dirty="0">
                <a:solidFill>
                  <a:schemeClr val="tx1"/>
                </a:solidFill>
                <a:latin typeface="Calibri"/>
                <a:ea typeface="Calibri"/>
                <a:cs typeface="Calibri"/>
              </a:rPr>
              <a:t> to answer our Research Question  </a:t>
            </a:r>
            <a:r>
              <a:rPr lang="en-US" sz="2400" b="0" dirty="0">
                <a:solidFill>
                  <a:srgbClr val="FF0000"/>
                </a:solidFill>
                <a:latin typeface="Calibri"/>
                <a:ea typeface="Calibri"/>
                <a:cs typeface="Calibri"/>
              </a:rPr>
              <a:t>“ (Is there a correlation between score and publications ”</a:t>
            </a:r>
            <a:r>
              <a:rPr lang="en-US" sz="2400" b="0" dirty="0">
                <a:solidFill>
                  <a:schemeClr val="tx1"/>
                </a:solidFill>
                <a:latin typeface="Calibri"/>
                <a:ea typeface="Calibri"/>
                <a:cs typeface="Calibri"/>
              </a:rPr>
              <a:t> </a:t>
            </a:r>
            <a:endParaRPr lang="en-US" sz="2400" baseline="30000" dirty="0">
              <a:solidFill>
                <a:schemeClr val="tx1"/>
              </a:solidFill>
              <a:latin typeface="Calibri"/>
              <a:ea typeface="Calibri"/>
              <a:cs typeface="Calibri"/>
            </a:endParaRPr>
          </a:p>
          <a:p>
            <a:br>
              <a:rPr lang="en-US" sz="2400" b="0" dirty="0">
                <a:latin typeface="Calibri" panose="020F0502020204030204" pitchFamily="34" charset="0"/>
                <a:cs typeface="Calibri" panose="020F0502020204030204" pitchFamily="34" charset="0"/>
              </a:rPr>
            </a:br>
            <a:endParaRPr lang="en-US" sz="2400">
              <a:solidFill>
                <a:schemeClr val="tx1"/>
              </a:solidFill>
              <a:latin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p:txBody>
          <a:bodyPr/>
          <a:lstStyle/>
          <a:p>
            <a:fld id="{E4D355CA-84B7-41B1-B164-8BB439CC7C6B}" type="slidenum">
              <a:rPr lang="en-GB" smtClean="0"/>
              <a:pPr/>
              <a:t>3</a:t>
            </a:fld>
            <a:endParaRPr lang="en-GB"/>
          </a:p>
        </p:txBody>
      </p:sp>
      <p:sp>
        <p:nvSpPr>
          <p:cNvPr id="14" name="TextBox 13">
            <a:extLst>
              <a:ext uri="{FF2B5EF4-FFF2-40B4-BE49-F238E27FC236}">
                <a16:creationId xmlns:a16="http://schemas.microsoft.com/office/drawing/2014/main" id="{0A4C457C-5DA3-C517-09E5-B11F2D78DF70}"/>
              </a:ext>
            </a:extLst>
          </p:cNvPr>
          <p:cNvSpPr txBox="1"/>
          <p:nvPr/>
        </p:nvSpPr>
        <p:spPr>
          <a:xfrm>
            <a:off x="501041" y="5085731"/>
            <a:ext cx="11690959" cy="1477328"/>
          </a:xfrm>
          <a:prstGeom prst="rect">
            <a:avLst/>
          </a:prstGeom>
          <a:solidFill>
            <a:srgbClr val="FFFF00"/>
          </a:solidFill>
        </p:spPr>
        <p:txBody>
          <a:bodyPr wrap="square">
            <a:spAutoFit/>
          </a:bodyPr>
          <a:lstStyle/>
          <a:p>
            <a:r>
              <a:rPr lang="en-US" baseline="30000">
                <a:solidFill>
                  <a:srgbClr val="FF0000"/>
                </a:solidFill>
                <a:latin typeface="Calibri" panose="020F0502020204030204" pitchFamily="34" charset="0"/>
                <a:cs typeface="Calibri" panose="020F0502020204030204" pitchFamily="34" charset="0"/>
              </a:rPr>
              <a:t>1 </a:t>
            </a:r>
            <a:r>
              <a:rPr lang="en-US" sz="1800" b="0">
                <a:solidFill>
                  <a:srgbClr val="FF0000"/>
                </a:solidFill>
                <a:latin typeface="Calibri" panose="020F0502020204030204" pitchFamily="34" charset="0"/>
                <a:cs typeface="Calibri" panose="020F0502020204030204" pitchFamily="34" charset="0"/>
              </a:rPr>
              <a:t>Be sure you follow one of the three prescribed RQ Templates – identifying the type of statistical analysis you will be using.  If you do not have the correct RQ, we will stop your presentation here.</a:t>
            </a:r>
          </a:p>
          <a:p>
            <a:r>
              <a:rPr lang="en-US" baseline="30000">
                <a:solidFill>
                  <a:srgbClr val="FF0000"/>
                </a:solidFill>
                <a:latin typeface="Calibri" panose="020F0502020204030204" pitchFamily="34" charset="0"/>
                <a:cs typeface="Calibri" panose="020F0502020204030204" pitchFamily="34" charset="0"/>
              </a:rPr>
              <a:t>2 </a:t>
            </a:r>
            <a:r>
              <a:rPr lang="en-US">
                <a:solidFill>
                  <a:srgbClr val="FF0000"/>
                </a:solidFill>
                <a:latin typeface="Calibri" panose="020F0502020204030204" pitchFamily="34" charset="0"/>
                <a:cs typeface="Calibri" panose="020F0502020204030204" pitchFamily="34" charset="0"/>
              </a:rPr>
              <a:t>The variable name in your RQ may be different from the column name in cases where the column names are abbreviations.  </a:t>
            </a:r>
            <a:endParaRPr lang="en-US" sz="1800" b="0">
              <a:solidFill>
                <a:srgbClr val="FF0000"/>
              </a:solidFill>
              <a:latin typeface="Calibri" panose="020F0502020204030204" pitchFamily="34" charset="0"/>
              <a:cs typeface="Calibri" panose="020F0502020204030204" pitchFamily="34" charset="0"/>
            </a:endParaRPr>
          </a:p>
          <a:p>
            <a:r>
              <a:rPr lang="en-US" baseline="30000">
                <a:solidFill>
                  <a:srgbClr val="FF0000"/>
                </a:solidFill>
                <a:latin typeface="Calibri" panose="020F0502020204030204" pitchFamily="34" charset="0"/>
                <a:cs typeface="Calibri" panose="020F0502020204030204" pitchFamily="34" charset="0"/>
              </a:rPr>
              <a:t>3.4.</a:t>
            </a:r>
            <a:r>
              <a:rPr lang="en-US">
                <a:solidFill>
                  <a:srgbClr val="FF0000"/>
                </a:solidFill>
                <a:latin typeface="Calibri" panose="020F0502020204030204" pitchFamily="34" charset="0"/>
                <a:cs typeface="Calibri" panose="020F0502020204030204" pitchFamily="34" charset="0"/>
              </a:rPr>
              <a:t>Be sure to identify which variable is your </a:t>
            </a:r>
            <a:r>
              <a:rPr lang="en-US" b="1">
                <a:solidFill>
                  <a:srgbClr val="FF0000"/>
                </a:solidFill>
                <a:latin typeface="Calibri" panose="020F0502020204030204" pitchFamily="34" charset="0"/>
                <a:cs typeface="Calibri" panose="020F0502020204030204" pitchFamily="34" charset="0"/>
              </a:rPr>
              <a:t>dependent variable </a:t>
            </a:r>
            <a:r>
              <a:rPr lang="en-US">
                <a:solidFill>
                  <a:srgbClr val="FF0000"/>
                </a:solidFill>
                <a:latin typeface="Calibri" panose="020F0502020204030204" pitchFamily="34" charset="0"/>
                <a:cs typeface="Calibri" panose="020F0502020204030204" pitchFamily="34" charset="0"/>
              </a:rPr>
              <a:t>and which one is your </a:t>
            </a:r>
            <a:r>
              <a:rPr lang="en-US" b="1">
                <a:solidFill>
                  <a:srgbClr val="FF0000"/>
                </a:solidFill>
                <a:latin typeface="Calibri" panose="020F0502020204030204" pitchFamily="34" charset="0"/>
                <a:cs typeface="Calibri" panose="020F0502020204030204" pitchFamily="34" charset="0"/>
              </a:rPr>
              <a:t>independent variable </a:t>
            </a:r>
            <a:r>
              <a:rPr lang="en-US">
                <a:solidFill>
                  <a:srgbClr val="FF0000"/>
                </a:solidFill>
                <a:latin typeface="Calibri" panose="020F0502020204030204" pitchFamily="34" charset="0"/>
                <a:cs typeface="Calibri" panose="020F0502020204030204" pitchFamily="34" charset="0"/>
              </a:rPr>
              <a:t>on this slide</a:t>
            </a:r>
            <a:endParaRPr lang="en-GB"/>
          </a:p>
        </p:txBody>
      </p:sp>
      <p:sp>
        <p:nvSpPr>
          <p:cNvPr id="17" name="TextBox 16">
            <a:extLst>
              <a:ext uri="{FF2B5EF4-FFF2-40B4-BE49-F238E27FC236}">
                <a16:creationId xmlns:a16="http://schemas.microsoft.com/office/drawing/2014/main" id="{02FDD890-F323-BC39-8E76-43B2265D0104}"/>
              </a:ext>
            </a:extLst>
          </p:cNvPr>
          <p:cNvSpPr txBox="1"/>
          <p:nvPr/>
        </p:nvSpPr>
        <p:spPr>
          <a:xfrm>
            <a:off x="589799" y="1905506"/>
            <a:ext cx="4860975" cy="3046988"/>
          </a:xfrm>
          <a:prstGeom prst="rect">
            <a:avLst/>
          </a:prstGeom>
          <a:noFill/>
        </p:spPr>
        <p:txBody>
          <a:bodyPr wrap="square" rtlCol="0">
            <a:spAutoFit/>
          </a:bodyPr>
          <a:lstStyle/>
          <a:p>
            <a:r>
              <a:rPr lang="en-GB" sz="2400">
                <a:solidFill>
                  <a:srgbClr val="FF0000"/>
                </a:solidFill>
              </a:rPr>
              <a:t>Include a sample of your .csv/</a:t>
            </a:r>
            <a:r>
              <a:rPr lang="en-GB" sz="2400" err="1">
                <a:solidFill>
                  <a:srgbClr val="FF0000"/>
                </a:solidFill>
              </a:rPr>
              <a:t>xlxs</a:t>
            </a:r>
            <a:r>
              <a:rPr lang="en-GB" sz="2400">
                <a:solidFill>
                  <a:srgbClr val="FF0000"/>
                </a:solidFill>
              </a:rPr>
              <a:t> dataset file to include column names (variables) in your RQ</a:t>
            </a:r>
            <a:r>
              <a:rPr lang="en-GB" sz="2400" baseline="30000">
                <a:solidFill>
                  <a:srgbClr val="FF0000"/>
                </a:solidFill>
              </a:rPr>
              <a:t>2</a:t>
            </a:r>
            <a:r>
              <a:rPr lang="en-GB" sz="2400">
                <a:solidFill>
                  <a:srgbClr val="FF0000"/>
                </a:solidFill>
              </a:rPr>
              <a:t>. Include number of rows: E.g. “the dataset has 655 rows and the variables we use are </a:t>
            </a:r>
            <a:r>
              <a:rPr lang="en-GB" sz="2400" b="1">
                <a:solidFill>
                  <a:srgbClr val="FF0000"/>
                </a:solidFill>
              </a:rPr>
              <a:t>Valuation </a:t>
            </a:r>
            <a:r>
              <a:rPr lang="en-GB" sz="2400">
                <a:solidFill>
                  <a:srgbClr val="FF0000"/>
                </a:solidFill>
              </a:rPr>
              <a:t>(dependent variable</a:t>
            </a:r>
            <a:r>
              <a:rPr lang="en-GB" sz="2400" baseline="30000">
                <a:solidFill>
                  <a:srgbClr val="FF0000"/>
                </a:solidFill>
              </a:rPr>
              <a:t>3</a:t>
            </a:r>
            <a:r>
              <a:rPr lang="en-GB" sz="2400">
                <a:solidFill>
                  <a:srgbClr val="FF0000"/>
                </a:solidFill>
              </a:rPr>
              <a:t>) and </a:t>
            </a:r>
            <a:r>
              <a:rPr lang="en-GB" sz="2400" b="1">
                <a:solidFill>
                  <a:srgbClr val="FF0000"/>
                </a:solidFill>
              </a:rPr>
              <a:t>Country</a:t>
            </a:r>
            <a:r>
              <a:rPr lang="en-GB" sz="2400">
                <a:solidFill>
                  <a:srgbClr val="FF0000"/>
                </a:solidFill>
              </a:rPr>
              <a:t> (independent variable</a:t>
            </a:r>
            <a:r>
              <a:rPr lang="en-GB" sz="2400" baseline="30000">
                <a:solidFill>
                  <a:srgbClr val="FF0000"/>
                </a:solidFill>
              </a:rPr>
              <a:t>4</a:t>
            </a:r>
            <a:r>
              <a:rPr lang="en-GB" sz="2400">
                <a:solidFill>
                  <a:srgbClr val="FF0000"/>
                </a:solidFill>
              </a:rPr>
              <a:t>).</a:t>
            </a:r>
          </a:p>
        </p:txBody>
      </p:sp>
      <mc:AlternateContent xmlns:mc="http://schemas.openxmlformats.org/markup-compatibility/2006" xmlns:p14="http://schemas.microsoft.com/office/powerpoint/2010/main">
        <mc:Choice Requires="p14">
          <p:contentPart p14:bwMode="auto" r:id="rId3">
            <p14:nvContentPartPr>
              <p14:cNvPr id="26" name="Ink 25">
                <a:extLst>
                  <a:ext uri="{FF2B5EF4-FFF2-40B4-BE49-F238E27FC236}">
                    <a16:creationId xmlns:a16="http://schemas.microsoft.com/office/drawing/2014/main" id="{F4A00DAC-98CC-1D9A-E4A4-B99AD3FBA824}"/>
                  </a:ext>
                </a:extLst>
              </p14:cNvPr>
              <p14:cNvContentPartPr/>
              <p14:nvPr/>
            </p14:nvContentPartPr>
            <p14:xfrm>
              <a:off x="11548041" y="2705494"/>
              <a:ext cx="360" cy="360"/>
            </p14:xfrm>
          </p:contentPart>
        </mc:Choice>
        <mc:Fallback xmlns="">
          <p:pic>
            <p:nvPicPr>
              <p:cNvPr id="26" name="Ink 25">
                <a:extLst>
                  <a:ext uri="{FF2B5EF4-FFF2-40B4-BE49-F238E27FC236}">
                    <a16:creationId xmlns:a16="http://schemas.microsoft.com/office/drawing/2014/main" id="{F4A00DAC-98CC-1D9A-E4A4-B99AD3FBA824}"/>
                  </a:ext>
                </a:extLst>
              </p:cNvPr>
              <p:cNvPicPr/>
              <p:nvPr/>
            </p:nvPicPr>
            <p:blipFill>
              <a:blip r:embed="rId4"/>
              <a:stretch>
                <a:fillRect/>
              </a:stretch>
            </p:blipFill>
            <p:spPr>
              <a:xfrm>
                <a:off x="11530041" y="2687494"/>
                <a:ext cx="36000" cy="36000"/>
              </a:xfrm>
              <a:prstGeom prst="rect">
                <a:avLst/>
              </a:prstGeom>
            </p:spPr>
          </p:pic>
        </mc:Fallback>
      </mc:AlternateContent>
      <p:cxnSp>
        <p:nvCxnSpPr>
          <p:cNvPr id="30" name="Straight Arrow Connector 29">
            <a:extLst>
              <a:ext uri="{FF2B5EF4-FFF2-40B4-BE49-F238E27FC236}">
                <a16:creationId xmlns:a16="http://schemas.microsoft.com/office/drawing/2014/main" id="{A174ADF1-9076-4B41-8EBE-E2A8E1BB8369}"/>
              </a:ext>
            </a:extLst>
          </p:cNvPr>
          <p:cNvCxnSpPr/>
          <p:nvPr/>
        </p:nvCxnSpPr>
        <p:spPr>
          <a:xfrm flipV="1">
            <a:off x="5236845" y="3739020"/>
            <a:ext cx="161873" cy="459286"/>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5" name="Picture 4" descr="A close-up of a text&#10;&#10;AI-generated content may be incorrect.">
            <a:extLst>
              <a:ext uri="{FF2B5EF4-FFF2-40B4-BE49-F238E27FC236}">
                <a16:creationId xmlns:a16="http://schemas.microsoft.com/office/drawing/2014/main" id="{3BCCF806-4D3E-68E6-1B2D-B520746580E5}"/>
              </a:ext>
            </a:extLst>
          </p:cNvPr>
          <p:cNvPicPr>
            <a:picLocks noChangeAspect="1"/>
          </p:cNvPicPr>
          <p:nvPr/>
        </p:nvPicPr>
        <p:blipFill>
          <a:blip r:embed="rId5"/>
          <a:stretch>
            <a:fillRect/>
          </a:stretch>
        </p:blipFill>
        <p:spPr>
          <a:xfrm>
            <a:off x="4889325" y="2137841"/>
            <a:ext cx="7298499" cy="1590675"/>
          </a:xfrm>
          <a:prstGeom prst="rect">
            <a:avLst/>
          </a:prstGeom>
        </p:spPr>
      </p:pic>
      <p:cxnSp>
        <p:nvCxnSpPr>
          <p:cNvPr id="6" name="Straight Arrow Connector 5">
            <a:extLst>
              <a:ext uri="{FF2B5EF4-FFF2-40B4-BE49-F238E27FC236}">
                <a16:creationId xmlns:a16="http://schemas.microsoft.com/office/drawing/2014/main" id="{A9592F70-4CAE-9358-8F2C-010C0D743A18}"/>
              </a:ext>
            </a:extLst>
          </p:cNvPr>
          <p:cNvCxnSpPr/>
          <p:nvPr/>
        </p:nvCxnSpPr>
        <p:spPr>
          <a:xfrm>
            <a:off x="9908024" y="1962254"/>
            <a:ext cx="1143857" cy="4715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22BD263-1AB3-6ABC-9764-01E046E885A6}"/>
              </a:ext>
            </a:extLst>
          </p:cNvPr>
          <p:cNvCxnSpPr>
            <a:cxnSpLocks/>
          </p:cNvCxnSpPr>
          <p:nvPr/>
        </p:nvCxnSpPr>
        <p:spPr>
          <a:xfrm>
            <a:off x="11327640" y="1680418"/>
            <a:ext cx="319226" cy="690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E2B45D1-03CC-612B-9658-78B3B40EC696}"/>
              </a:ext>
            </a:extLst>
          </p:cNvPr>
          <p:cNvSpPr txBox="1"/>
          <p:nvPr/>
        </p:nvSpPr>
        <p:spPr>
          <a:xfrm>
            <a:off x="8463481" y="1669978"/>
            <a:ext cx="186052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Arial"/>
              </a:rPr>
              <a:t>Dependent Variable</a:t>
            </a:r>
            <a:endParaRPr lang="en-US" sz="1400">
              <a:cs typeface="Arial"/>
            </a:endParaRPr>
          </a:p>
        </p:txBody>
      </p:sp>
      <p:sp>
        <p:nvSpPr>
          <p:cNvPr id="9" name="TextBox 8">
            <a:extLst>
              <a:ext uri="{FF2B5EF4-FFF2-40B4-BE49-F238E27FC236}">
                <a16:creationId xmlns:a16="http://schemas.microsoft.com/office/drawing/2014/main" id="{766916DC-BEFF-CD9D-5DFB-F0AEE917A8BD}"/>
              </a:ext>
            </a:extLst>
          </p:cNvPr>
          <p:cNvSpPr txBox="1"/>
          <p:nvPr/>
        </p:nvSpPr>
        <p:spPr>
          <a:xfrm>
            <a:off x="10102302" y="1367265"/>
            <a:ext cx="186052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Arial"/>
              </a:rPr>
              <a:t>Independent Variable</a:t>
            </a: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7COM1079-2022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p:txBody>
          <a:bodyPr/>
          <a:lstStyle/>
          <a:p>
            <a:fld id="{E4D355CA-84B7-41B1-B164-8BB439CC7C6B}" type="slidenum">
              <a:rPr lang="en-GB" smtClean="0"/>
              <a:pPr/>
              <a:t>4</a:t>
            </a:fld>
            <a:endParaRPr lang="en-GB"/>
          </a:p>
        </p:txBody>
      </p:sp>
      <p:sp>
        <p:nvSpPr>
          <p:cNvPr id="7" name="TextBox 6">
            <a:extLst>
              <a:ext uri="{FF2B5EF4-FFF2-40B4-BE49-F238E27FC236}">
                <a16:creationId xmlns:a16="http://schemas.microsoft.com/office/drawing/2014/main" id="{F7FEA660-7B39-BC91-3B96-7298CCF66DE1}"/>
              </a:ext>
            </a:extLst>
          </p:cNvPr>
          <p:cNvSpPr txBox="1"/>
          <p:nvPr/>
        </p:nvSpPr>
        <p:spPr>
          <a:xfrm>
            <a:off x="498685" y="6287311"/>
            <a:ext cx="11440040" cy="369332"/>
          </a:xfrm>
          <a:prstGeom prst="rect">
            <a:avLst/>
          </a:prstGeom>
          <a:solidFill>
            <a:schemeClr val="bg1">
              <a:lumMod val="95000"/>
            </a:schemeClr>
          </a:solidFill>
        </p:spPr>
        <p:txBody>
          <a:bodyPr wrap="square" rtlCol="0">
            <a:spAutoFit/>
          </a:bodyPr>
          <a:lstStyle/>
          <a:p>
            <a:r>
              <a:rPr lang="en-GB" b="1" dirty="0">
                <a:latin typeface="Calibri" panose="020F0502020204030204" pitchFamily="34" charset="0"/>
                <a:cs typeface="Calibri" panose="020F0502020204030204" pitchFamily="34" charset="0"/>
              </a:rPr>
              <a:t>Correlation</a:t>
            </a:r>
            <a:r>
              <a:rPr lang="en-GB" dirty="0"/>
              <a:t> </a:t>
            </a:r>
            <a:r>
              <a:rPr lang="en-IE" dirty="0">
                <a:latin typeface="Calibri" panose="020F0502020204030204" pitchFamily="34" charset="0"/>
                <a:cs typeface="Times New Roman" panose="02020603050405020304" pitchFamily="18" charset="0"/>
              </a:rPr>
              <a:t>analyses</a:t>
            </a:r>
            <a:r>
              <a:rPr lang="en-IE" sz="1800" dirty="0">
                <a:effectLst/>
                <a:latin typeface="Calibri" panose="020F0502020204030204" pitchFamily="34" charset="0"/>
                <a:ea typeface="Calibri" panose="020F0502020204030204" pitchFamily="34" charset="0"/>
                <a:cs typeface="Times New Roman" panose="02020603050405020304" pitchFamily="18" charset="0"/>
              </a:rPr>
              <a:t> how an </a:t>
            </a:r>
            <a:r>
              <a:rPr lang="en-IE"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interval/ratio </a:t>
            </a:r>
            <a:r>
              <a:rPr lang="en-IE" sz="18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dependent var </a:t>
            </a:r>
            <a:r>
              <a:rPr lang="en-IE" dirty="0">
                <a:latin typeface="Calibri" panose="020F0502020204030204" pitchFamily="34" charset="0"/>
                <a:ea typeface="Calibri" panose="020F0502020204030204" pitchFamily="34" charset="0"/>
                <a:cs typeface="Times New Roman" panose="02020603050405020304" pitchFamily="18" charset="0"/>
              </a:rPr>
              <a:t>correlates </a:t>
            </a:r>
            <a:r>
              <a:rPr lang="en-IE" sz="1800" dirty="0">
                <a:effectLst/>
                <a:latin typeface="Calibri" panose="020F0502020204030204" pitchFamily="34" charset="0"/>
                <a:ea typeface="Calibri" panose="020F0502020204030204" pitchFamily="34" charset="0"/>
                <a:cs typeface="Times New Roman" panose="02020603050405020304" pitchFamily="18" charset="0"/>
              </a:rPr>
              <a:t>to an </a:t>
            </a:r>
            <a:r>
              <a:rPr lang="en-IE"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ordinal/interval/ratio </a:t>
            </a:r>
            <a:r>
              <a:rPr lang="en-IE" sz="18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independent variable</a:t>
            </a:r>
            <a:endParaRPr lang="en-GB" dirty="0"/>
          </a:p>
        </p:txBody>
      </p:sp>
      <p:sp>
        <p:nvSpPr>
          <p:cNvPr id="8" name="Subtitle 7">
            <a:extLst>
              <a:ext uri="{FF2B5EF4-FFF2-40B4-BE49-F238E27FC236}">
                <a16:creationId xmlns:a16="http://schemas.microsoft.com/office/drawing/2014/main" id="{08296624-D625-8A51-63F8-EC461F283B3B}"/>
              </a:ext>
            </a:extLst>
          </p:cNvPr>
          <p:cNvSpPr>
            <a:spLocks noGrp="1"/>
          </p:cNvSpPr>
          <p:nvPr>
            <p:ph type="subTitle" idx="1"/>
          </p:nvPr>
        </p:nvSpPr>
        <p:spPr>
          <a:xfrm>
            <a:off x="952800" y="351308"/>
            <a:ext cx="10273911" cy="668224"/>
          </a:xfrm>
          <a:solidFill>
            <a:schemeClr val="bg2"/>
          </a:solidFill>
        </p:spPr>
        <p:txBody>
          <a:bodyPr/>
          <a:lstStyle/>
          <a:p>
            <a:pPr>
              <a:lnSpc>
                <a:spcPct val="100000"/>
              </a:lnSpc>
            </a:pPr>
            <a:r>
              <a:rPr lang="en-GB" b="0">
                <a:solidFill>
                  <a:srgbClr val="FF0000"/>
                </a:solidFill>
              </a:rPr>
              <a:t>1. Where your research question asks about </a:t>
            </a:r>
            <a:r>
              <a:rPr lang="en-GB"/>
              <a:t>Correlation</a:t>
            </a:r>
            <a:r>
              <a:rPr lang="en-GB" b="0"/>
              <a:t>: Include two </a:t>
            </a:r>
            <a:r>
              <a:rPr lang="en-GB" b="0" i="1"/>
              <a:t>visualizations</a:t>
            </a:r>
          </a:p>
        </p:txBody>
      </p:sp>
      <p:pic>
        <p:nvPicPr>
          <p:cNvPr id="6" name="Picture 5">
            <a:extLst>
              <a:ext uri="{FF2B5EF4-FFF2-40B4-BE49-F238E27FC236}">
                <a16:creationId xmlns:a16="http://schemas.microsoft.com/office/drawing/2014/main" id="{3BA747C4-8E58-2D21-738C-68E53094F7CD}"/>
              </a:ext>
            </a:extLst>
          </p:cNvPr>
          <p:cNvPicPr>
            <a:picLocks noChangeAspect="1"/>
          </p:cNvPicPr>
          <p:nvPr/>
        </p:nvPicPr>
        <p:blipFill>
          <a:blip r:embed="rId3"/>
          <a:stretch>
            <a:fillRect/>
          </a:stretch>
        </p:blipFill>
        <p:spPr>
          <a:xfrm>
            <a:off x="814191" y="1500513"/>
            <a:ext cx="5104356" cy="3856973"/>
          </a:xfrm>
          <a:prstGeom prst="rect">
            <a:avLst/>
          </a:prstGeom>
        </p:spPr>
      </p:pic>
      <p:pic>
        <p:nvPicPr>
          <p:cNvPr id="9" name="Picture 8" descr="A graph with a blue line&#10;&#10;AI-generated content may be incorrect.">
            <a:extLst>
              <a:ext uri="{FF2B5EF4-FFF2-40B4-BE49-F238E27FC236}">
                <a16:creationId xmlns:a16="http://schemas.microsoft.com/office/drawing/2014/main" id="{612691B3-ADD2-DDBF-74CE-78446D6F3448}"/>
              </a:ext>
            </a:extLst>
          </p:cNvPr>
          <p:cNvPicPr>
            <a:picLocks noChangeAspect="1"/>
          </p:cNvPicPr>
          <p:nvPr/>
        </p:nvPicPr>
        <p:blipFill>
          <a:blip r:embed="rId4"/>
          <a:stretch>
            <a:fillRect/>
          </a:stretch>
        </p:blipFill>
        <p:spPr>
          <a:xfrm>
            <a:off x="6002055" y="1500514"/>
            <a:ext cx="5615836" cy="4170124"/>
          </a:xfrm>
          <a:prstGeom prst="rect">
            <a:avLst/>
          </a:prstGeom>
        </p:spPr>
      </p:pic>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3BCDAA3-A3AD-A880-5E9C-0E1ABBC0A463}"/>
              </a:ext>
            </a:extLst>
          </p:cNvPr>
          <p:cNvSpPr>
            <a:spLocks noGrp="1"/>
          </p:cNvSpPr>
          <p:nvPr>
            <p:ph type="subTitle" idx="1"/>
          </p:nvPr>
        </p:nvSpPr>
        <p:spPr>
          <a:xfrm>
            <a:off x="954000" y="1698171"/>
            <a:ext cx="10285200" cy="551829"/>
          </a:xfrm>
        </p:spPr>
        <p:txBody>
          <a:bodyPr/>
          <a:lstStyle/>
          <a:p>
            <a:r>
              <a:rPr lang="en-US"/>
              <a:t>Part 2: Analysis (building on your Visualizations)</a:t>
            </a:r>
            <a:endParaRPr lang="en-GB"/>
          </a:p>
        </p:txBody>
      </p:sp>
      <p:sp>
        <p:nvSpPr>
          <p:cNvPr id="3" name="Footer Placeholder 2">
            <a:extLst>
              <a:ext uri="{FF2B5EF4-FFF2-40B4-BE49-F238E27FC236}">
                <a16:creationId xmlns:a16="http://schemas.microsoft.com/office/drawing/2014/main" id="{0287CE03-B588-8643-02BA-1E1B72567176}"/>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953BD585-11D8-30FD-4A30-9F1639F0D149}"/>
              </a:ext>
            </a:extLst>
          </p:cNvPr>
          <p:cNvSpPr>
            <a:spLocks noGrp="1"/>
          </p:cNvSpPr>
          <p:nvPr>
            <p:ph type="sldNum" sz="quarter" idx="12"/>
          </p:nvPr>
        </p:nvSpPr>
        <p:spPr/>
        <p:txBody>
          <a:bodyPr/>
          <a:lstStyle/>
          <a:p>
            <a:fld id="{E4D355CA-84B7-41B1-B164-8BB439CC7C6B}" type="slidenum">
              <a:rPr lang="en-GB" smtClean="0"/>
              <a:pPr/>
              <a:t>5</a:t>
            </a:fld>
            <a:endParaRPr lang="en-GB"/>
          </a:p>
        </p:txBody>
      </p:sp>
      <p:sp>
        <p:nvSpPr>
          <p:cNvPr id="5" name="Title 4">
            <a:extLst>
              <a:ext uri="{FF2B5EF4-FFF2-40B4-BE49-F238E27FC236}">
                <a16:creationId xmlns:a16="http://schemas.microsoft.com/office/drawing/2014/main" id="{54177ABE-27C8-AEF5-9AE6-21E6BE179092}"/>
              </a:ext>
            </a:extLst>
          </p:cNvPr>
          <p:cNvSpPr>
            <a:spLocks noGrp="1"/>
          </p:cNvSpPr>
          <p:nvPr>
            <p:ph type="ctrTitle"/>
          </p:nvPr>
        </p:nvSpPr>
        <p:spPr/>
        <p:txBody>
          <a:bodyPr>
            <a:normAutofit/>
          </a:bodyPr>
          <a:lstStyle/>
          <a:p>
            <a:pPr>
              <a:lnSpc>
                <a:spcPts val="4000"/>
              </a:lnSpc>
            </a:pPr>
            <a:r>
              <a:rPr lang="en-US" sz="3600">
                <a:solidFill>
                  <a:srgbClr val="FF0000"/>
                </a:solidFill>
              </a:rPr>
              <a:t>Only attempt this Analysis part of the demo if you have completed your Visualization(s). Otherwise end your demo after the Visualization for feedback.</a:t>
            </a:r>
            <a:endParaRPr lang="en-GB" sz="3600">
              <a:solidFill>
                <a:srgbClr val="FF0000"/>
              </a:solidFill>
            </a:endParaRPr>
          </a:p>
        </p:txBody>
      </p:sp>
    </p:spTree>
    <p:extLst>
      <p:ext uri="{BB962C8B-B14F-4D97-AF65-F5344CB8AC3E}">
        <p14:creationId xmlns:p14="http://schemas.microsoft.com/office/powerpoint/2010/main" val="1771321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6"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7"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8"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9" name="TextShape 5"/>
          <p:cNvSpPr txBox="1"/>
          <p:nvPr/>
        </p:nvSpPr>
        <p:spPr>
          <a:xfrm>
            <a:off x="290880" y="158400"/>
            <a:ext cx="7063200" cy="1158840"/>
          </a:xfrm>
          <a:prstGeom prst="rect">
            <a:avLst/>
          </a:prstGeom>
          <a:noFill/>
          <a:ln>
            <a:noFill/>
          </a:ln>
        </p:spPr>
        <p:txBody>
          <a:bodyPr anchor="ctr">
            <a:normAutofit/>
          </a:bodyPr>
          <a:lstStyle/>
          <a:p>
            <a:pPr>
              <a:lnSpc>
                <a:spcPct val="90000"/>
              </a:lnSpc>
            </a:pPr>
            <a:r>
              <a:rPr lang="en-US" sz="2400" b="0" strike="noStrike" spc="-202">
                <a:solidFill>
                  <a:srgbClr val="FFFFFF"/>
                </a:solidFill>
                <a:latin typeface="Arial"/>
              </a:rPr>
              <a:t> </a:t>
            </a:r>
            <a:br/>
            <a:br/>
            <a:endParaRPr lang="en-US" sz="2400" b="0" strike="noStrike" spc="-1">
              <a:solidFill>
                <a:srgbClr val="203232"/>
              </a:solidFill>
              <a:latin typeface="Arial"/>
            </a:endParaRPr>
          </a:p>
        </p:txBody>
      </p:sp>
      <p:sp>
        <p:nvSpPr>
          <p:cNvPr id="120" name="TextShape 6"/>
          <p:cNvSpPr txBox="1"/>
          <p:nvPr/>
        </p:nvSpPr>
        <p:spPr>
          <a:xfrm>
            <a:off x="8217720" y="343800"/>
            <a:ext cx="3386160" cy="1158840"/>
          </a:xfrm>
          <a:prstGeom prst="rect">
            <a:avLst/>
          </a:prstGeom>
          <a:noFill/>
          <a:ln>
            <a:noFill/>
          </a:ln>
        </p:spPr>
        <p:txBody>
          <a:bodyPr anchor="ctr">
            <a:noAutofit/>
          </a:bodyPr>
          <a:lstStyle/>
          <a:p>
            <a:pPr>
              <a:lnSpc>
                <a:spcPts val="2880"/>
              </a:lnSpc>
              <a:spcAft>
                <a:spcPts val="992"/>
              </a:spcAft>
              <a:tabLst>
                <a:tab pos="0" algn="l"/>
              </a:tabLst>
            </a:pPr>
            <a:r>
              <a:rPr lang="en-GB" sz="3200" b="0" strike="noStrike" spc="-100">
                <a:solidFill>
                  <a:srgbClr val="FFFFFF"/>
                </a:solidFill>
                <a:latin typeface="Arial"/>
              </a:rPr>
              <a:t>Our RQ asks about Correlation</a:t>
            </a:r>
            <a:endParaRPr lang="en-US" sz="3200" b="0" strike="noStrike" spc="-1">
              <a:latin typeface="Arial"/>
            </a:endParaRPr>
          </a:p>
        </p:txBody>
      </p:sp>
      <p:sp>
        <p:nvSpPr>
          <p:cNvPr id="121"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1"/>
              </a:spcAft>
            </a:pPr>
            <a:fld id="{3AD1EC97-2E3A-4B5A-93B5-9F892C3DC423}" type="slidenum">
              <a:rPr lang="en-US" sz="1100" b="1" strike="noStrike" spc="-1">
                <a:solidFill>
                  <a:srgbClr val="7DABAB"/>
                </a:solidFill>
                <a:latin typeface="Arial"/>
              </a:rPr>
              <a:t>6</a:t>
            </a:fld>
            <a:endParaRPr lang="en-US" sz="1100" b="0" strike="noStrike" spc="-1">
              <a:latin typeface="Times New Roman"/>
            </a:endParaRPr>
          </a:p>
        </p:txBody>
      </p:sp>
      <p:sp>
        <p:nvSpPr>
          <p:cNvPr id="122" name="CustomShape 8"/>
          <p:cNvSpPr/>
          <p:nvPr/>
        </p:nvSpPr>
        <p:spPr>
          <a:xfrm>
            <a:off x="366120" y="197640"/>
            <a:ext cx="69883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2400" b="0" strike="noStrike" spc="-1">
                <a:solidFill>
                  <a:srgbClr val="FFFFFF"/>
                </a:solidFill>
                <a:latin typeface="Arial"/>
              </a:rPr>
              <a:t>Here is a </a:t>
            </a:r>
            <a:r>
              <a:rPr lang="en-GB" sz="2400" b="1" strike="noStrike" spc="-1">
                <a:solidFill>
                  <a:srgbClr val="FFFFFF"/>
                </a:solidFill>
                <a:latin typeface="Arial"/>
              </a:rPr>
              <a:t>Histogram </a:t>
            </a:r>
            <a:r>
              <a:rPr lang="en-GB" sz="2400" b="0" strike="noStrike" spc="-1">
                <a:solidFill>
                  <a:srgbClr val="FFFFFF"/>
                </a:solidFill>
                <a:latin typeface="Arial"/>
              </a:rPr>
              <a:t>showing the frequencies of our dependent variable to include the normal curve overlay</a:t>
            </a:r>
            <a:r>
              <a:rPr lang="en-GB" sz="1800" b="0" strike="noStrike" spc="-1">
                <a:solidFill>
                  <a:srgbClr val="203232"/>
                </a:solidFill>
                <a:latin typeface="Arial"/>
              </a:rPr>
              <a:t>.</a:t>
            </a:r>
            <a:endParaRPr lang="en-US" sz="1800" b="0" strike="noStrike" spc="-1">
              <a:latin typeface="Arial"/>
            </a:endParaRPr>
          </a:p>
        </p:txBody>
      </p:sp>
      <p:sp>
        <p:nvSpPr>
          <p:cNvPr id="123" name="CustomShape 9"/>
          <p:cNvSpPr/>
          <p:nvPr/>
        </p:nvSpPr>
        <p:spPr>
          <a:xfrm>
            <a:off x="182880" y="1645920"/>
            <a:ext cx="11722680" cy="5046840"/>
          </a:xfrm>
          <a:prstGeom prst="roundRect">
            <a:avLst>
              <a:gd name="adj" fmla="val 16667"/>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r>
              <a:rPr lang="en-GB" sz="1800" b="0" strike="noStrike" spc="-1">
                <a:solidFill>
                  <a:srgbClr val="000000"/>
                </a:solidFill>
                <a:latin typeface="Arial"/>
              </a:rPr>
              <a:t>For example:</a:t>
            </a: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p:txBody>
      </p:sp>
      <p:sp>
        <p:nvSpPr>
          <p:cNvPr id="124" name="CustomShape 10"/>
          <p:cNvSpPr/>
          <p:nvPr/>
        </p:nvSpPr>
        <p:spPr>
          <a:xfrm>
            <a:off x="6412680" y="2012760"/>
            <a:ext cx="5057640" cy="25838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GB" spc="-1" dirty="0">
                <a:solidFill>
                  <a:srgbClr val="203232"/>
                </a:solidFill>
                <a:latin typeface="Arial"/>
              </a:rPr>
              <a:t>The</a:t>
            </a:r>
            <a:r>
              <a:rPr lang="en-GB" sz="1800" b="0" strike="noStrike" spc="-1" dirty="0">
                <a:solidFill>
                  <a:srgbClr val="203232"/>
                </a:solidFill>
                <a:latin typeface="Arial"/>
              </a:rPr>
              <a:t> normal curve overlay </a:t>
            </a:r>
            <a:r>
              <a:rPr lang="en-GB" sz="1800" b="1" strike="noStrike" spc="-1" dirty="0">
                <a:solidFill>
                  <a:srgbClr val="203232"/>
                </a:solidFill>
                <a:latin typeface="Arial"/>
              </a:rPr>
              <a:t>does not follow </a:t>
            </a:r>
            <a:r>
              <a:rPr lang="en-GB" sz="1800" b="0" strike="noStrike" spc="-1" dirty="0">
                <a:solidFill>
                  <a:srgbClr val="203232"/>
                </a:solidFill>
                <a:latin typeface="Arial"/>
              </a:rPr>
              <a:t>the shape of the underlying data, so for our analysis we  use the non-parametric test for correlation that does not assume normality: </a:t>
            </a:r>
            <a:r>
              <a:rPr lang="en-GB" sz="1800" b="0" strike="noStrike" spc="-1" dirty="0">
                <a:solidFill>
                  <a:srgbClr val="0073CF"/>
                </a:solidFill>
                <a:latin typeface="Arial"/>
              </a:rPr>
              <a:t>Spearman’s Rho </a:t>
            </a:r>
            <a:r>
              <a:rPr lang="en-GB" sz="1800" b="0" strike="noStrike" spc="-1" dirty="0">
                <a:solidFill>
                  <a:srgbClr val="203232"/>
                </a:solidFill>
                <a:latin typeface="Arial"/>
              </a:rPr>
              <a:t>or </a:t>
            </a:r>
            <a:r>
              <a:rPr lang="en-GB" sz="1800" b="0" strike="noStrike" spc="-1" dirty="0">
                <a:solidFill>
                  <a:srgbClr val="0073CF"/>
                </a:solidFill>
                <a:latin typeface="Arial"/>
              </a:rPr>
              <a:t>Kendal’s Tau</a:t>
            </a:r>
            <a:endParaRPr lang="en-US" sz="1800" b="0" strike="noStrike" spc="-1">
              <a:latin typeface="Arial"/>
              <a:cs typeface="Arial"/>
            </a:endParaRPr>
          </a:p>
          <a:p>
            <a:pPr>
              <a:lnSpc>
                <a:spcPct val="100000"/>
              </a:lnSpc>
            </a:pPr>
            <a:endParaRPr lang="en-US" sz="1800" b="0" strike="noStrike" spc="-1">
              <a:latin typeface="Arial"/>
            </a:endParaRPr>
          </a:p>
          <a:p>
            <a:pPr>
              <a:lnSpc>
                <a:spcPct val="100000"/>
              </a:lnSpc>
            </a:pPr>
            <a:r>
              <a:rPr lang="en-GB" sz="1800" b="0" strike="noStrike" spc="-1" dirty="0">
                <a:solidFill>
                  <a:srgbClr val="0073CF"/>
                </a:solidFill>
                <a:latin typeface="Arial"/>
              </a:rPr>
              <a:t>The example here is borderline, in terms of shape, so when in doubt choose the non-parametric equivalent.</a:t>
            </a:r>
            <a:endParaRPr lang="en-US" sz="1800" b="0" strike="noStrike" spc="-1" dirty="0">
              <a:latin typeface="Arial"/>
            </a:endParaRPr>
          </a:p>
        </p:txBody>
      </p:sp>
      <p:pic>
        <p:nvPicPr>
          <p:cNvPr id="125" name="Picture 5" descr="Chart, histogram&#10;&#10;Description automatically generated"/>
          <p:cNvPicPr/>
          <p:nvPr/>
        </p:nvPicPr>
        <p:blipFill>
          <a:blip r:embed="rId3"/>
          <a:stretch/>
        </p:blipFill>
        <p:spPr>
          <a:xfrm>
            <a:off x="885960" y="1685879"/>
            <a:ext cx="5057640" cy="5057640"/>
          </a:xfrm>
          <a:prstGeom prst="rect">
            <a:avLst/>
          </a:prstGeom>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7</a:t>
            </a:fld>
            <a:endParaRPr lang="en-US" sz="1500" b="0" strike="noStrike" spc="-1">
              <a:latin typeface="Times New Roman"/>
            </a:endParaRPr>
          </a:p>
        </p:txBody>
      </p:sp>
      <p:sp>
        <p:nvSpPr>
          <p:cNvPr id="137" name="TextShape 3"/>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a:solidFill>
                  <a:srgbClr val="203232"/>
                </a:solidFill>
                <a:latin typeface="Arial"/>
              </a:rPr>
              <a:t>R Script and Results  (For ALL types of test) – The Analysis</a:t>
            </a:r>
            <a:endParaRPr lang="en-US" sz="3600" b="1" strike="noStrike" spc="-1">
              <a:latin typeface="Arial"/>
            </a:endParaRPr>
          </a:p>
          <a:p>
            <a:pPr>
              <a:lnSpc>
                <a:spcPct val="100000"/>
              </a:lnSpc>
              <a:spcAft>
                <a:spcPts val="992"/>
              </a:spcAft>
              <a:tabLst>
                <a:tab pos="0" algn="l"/>
              </a:tabLst>
            </a:pPr>
            <a:endParaRPr lang="en-US" sz="2400" b="0" strike="noStrike" spc="-1">
              <a:latin typeface="Arial"/>
            </a:endParaRPr>
          </a:p>
        </p:txBody>
      </p:sp>
      <p:sp>
        <p:nvSpPr>
          <p:cNvPr id="2" name="TextBox 1">
            <a:extLst>
              <a:ext uri="{FF2B5EF4-FFF2-40B4-BE49-F238E27FC236}">
                <a16:creationId xmlns:a16="http://schemas.microsoft.com/office/drawing/2014/main" id="{58BC67A1-346D-734F-321E-2098D1481674}"/>
              </a:ext>
            </a:extLst>
          </p:cNvPr>
          <p:cNvSpPr txBox="1"/>
          <p:nvPr/>
        </p:nvSpPr>
        <p:spPr>
          <a:xfrm>
            <a:off x="6359045" y="1452457"/>
            <a:ext cx="4887484" cy="4616648"/>
          </a:xfrm>
          <a:prstGeom prst="rect">
            <a:avLst/>
          </a:prstGeom>
          <a:solidFill>
            <a:schemeClr val="bg1"/>
          </a:solidFill>
        </p:spPr>
        <p:txBody>
          <a:bodyPr wrap="square" lIns="91440" tIns="45720" rIns="91440" bIns="45720" rtlCol="0" anchor="t">
            <a:spAutoFit/>
          </a:bodyPr>
          <a:lstStyle/>
          <a:p>
            <a:pPr marL="285750" indent="-285750">
              <a:buFont typeface="Arial"/>
              <a:buChar char="•"/>
            </a:pPr>
            <a:r>
              <a:rPr lang="en-US" sz="1400" dirty="0"/>
              <a:t>Test statistic (Spearman’s ρ):</a:t>
            </a:r>
            <a:br>
              <a:rPr lang="en-US" sz="1400" dirty="0"/>
            </a:br>
            <a:r>
              <a:rPr lang="en-US" sz="1400" dirty="0"/>
              <a:t> ρ = –0.8686</a:t>
            </a:r>
            <a:endParaRPr lang="en-US" sz="1400" dirty="0">
              <a:cs typeface="Arial" panose="020B0604020202020204"/>
            </a:endParaRPr>
          </a:p>
          <a:p>
            <a:pPr marL="285750" indent="-285750">
              <a:buFont typeface="Arial"/>
              <a:buChar char="•"/>
            </a:pPr>
            <a:r>
              <a:rPr lang="en-US" sz="1400" dirty="0"/>
              <a:t>p-value:</a:t>
            </a:r>
            <a:br>
              <a:rPr lang="en-US" sz="1400" dirty="0"/>
            </a:br>
            <a:r>
              <a:rPr lang="en-US" sz="1400" dirty="0"/>
              <a:t> p &lt; 2.2 × 10⁻¹⁶ (reported as 0 in R due to rounding limits)</a:t>
            </a:r>
            <a:endParaRPr lang="en-US" sz="1400" dirty="0">
              <a:cs typeface="Arial" panose="020B0604020202020204"/>
            </a:endParaRPr>
          </a:p>
          <a:p>
            <a:pPr marL="285750" indent="-285750">
              <a:buFont typeface="Arial"/>
              <a:buChar char="•"/>
            </a:pPr>
            <a:r>
              <a:rPr lang="en-US" sz="1400" dirty="0"/>
              <a:t>Is the result significant?</a:t>
            </a:r>
            <a:br>
              <a:rPr lang="en-US" sz="1400" dirty="0"/>
            </a:br>
            <a:r>
              <a:rPr lang="en-US" sz="1400" dirty="0"/>
              <a:t> Yes — p &lt; 0.05, so the result is statistically significant.</a:t>
            </a:r>
            <a:endParaRPr lang="en-US" sz="1400" dirty="0">
              <a:cs typeface="Arial" panose="020B0604020202020204"/>
            </a:endParaRPr>
          </a:p>
          <a:p>
            <a:pPr marL="285750" indent="-285750">
              <a:buFont typeface="Arial"/>
              <a:buChar char="•"/>
            </a:pPr>
            <a:r>
              <a:rPr lang="en-US" sz="1400" dirty="0"/>
              <a:t>Do we reject the null hypothesis?</a:t>
            </a:r>
            <a:br>
              <a:rPr lang="en-US" sz="1400" dirty="0"/>
            </a:br>
            <a:r>
              <a:rPr lang="en-US" sz="1400" dirty="0"/>
              <a:t> Yes — we reject H₀ (“there is no correlation”).</a:t>
            </a:r>
            <a:br>
              <a:rPr lang="en-US" sz="1400" dirty="0"/>
            </a:br>
            <a:r>
              <a:rPr lang="en-US" sz="1400" dirty="0"/>
              <a:t> We accept H₁: there is a correlation.</a:t>
            </a:r>
            <a:endParaRPr lang="en-US" sz="1400" dirty="0">
              <a:cs typeface="Arial" panose="020B0604020202020204"/>
            </a:endParaRPr>
          </a:p>
          <a:p>
            <a:pPr marL="285750" indent="-285750">
              <a:buFont typeface="Arial"/>
              <a:buChar char="•"/>
            </a:pPr>
            <a:r>
              <a:rPr lang="en-US" sz="1400" dirty="0"/>
              <a:t>What does this mean for our Research Question?</a:t>
            </a:r>
            <a:br>
              <a:rPr lang="en-US" sz="1400" dirty="0"/>
            </a:br>
            <a:r>
              <a:rPr lang="en-US" sz="1400" dirty="0"/>
              <a:t> There is a strong, statistically significant negative correlation between score and publications.</a:t>
            </a:r>
            <a:br>
              <a:rPr lang="en-US" sz="1400" dirty="0"/>
            </a:br>
            <a:r>
              <a:rPr lang="en-US" sz="1400" dirty="0"/>
              <a:t> This means universities with stronger publication performance (better publication rank → lower publication number) tend to achieve higher CWUR scores.</a:t>
            </a:r>
            <a:br>
              <a:rPr lang="en-US" sz="1400" dirty="0"/>
            </a:br>
            <a:r>
              <a:rPr lang="en-US" sz="1400" dirty="0"/>
              <a:t> However, correlation does not prove causation, so we interpret this as an association, not a cause-and-effect relationship.</a:t>
            </a:r>
            <a:endParaRPr lang="en-US" sz="1400" dirty="0">
              <a:cs typeface="Arial" panose="020B0604020202020204"/>
            </a:endParaRPr>
          </a:p>
          <a:p>
            <a:pPr marL="285750" indent="-285750">
              <a:buFont typeface="Arial"/>
              <a:buChar char="•"/>
            </a:pPr>
            <a:endParaRPr lang="en-US" sz="1400" dirty="0">
              <a:cs typeface="Arial" panose="020B0604020202020204"/>
            </a:endParaRPr>
          </a:p>
        </p:txBody>
      </p:sp>
      <p:pic>
        <p:nvPicPr>
          <p:cNvPr id="3" name="Picture 2" descr="A computer code with text&#10;&#10;AI-generated content may be incorrect.">
            <a:extLst>
              <a:ext uri="{FF2B5EF4-FFF2-40B4-BE49-F238E27FC236}">
                <a16:creationId xmlns:a16="http://schemas.microsoft.com/office/drawing/2014/main" id="{ADE0F45B-5F75-964C-3D2C-19D112C7EFF6}"/>
              </a:ext>
            </a:extLst>
          </p:cNvPr>
          <p:cNvPicPr>
            <a:picLocks noChangeAspect="1"/>
          </p:cNvPicPr>
          <p:nvPr/>
        </p:nvPicPr>
        <p:blipFill>
          <a:blip r:embed="rId3"/>
          <a:stretch>
            <a:fillRect/>
          </a:stretch>
        </p:blipFill>
        <p:spPr>
          <a:xfrm>
            <a:off x="784573" y="2652713"/>
            <a:ext cx="4516415" cy="2220629"/>
          </a:xfrm>
          <a:prstGeom prst="rect">
            <a:avLst/>
          </a:prstGeom>
        </p:spPr>
      </p:pic>
    </p:spTree>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1751</Words>
  <Application>Microsoft Office PowerPoint</Application>
  <PresentationFormat>Widescreen</PresentationFormat>
  <Paragraphs>219</Paragraphs>
  <Slides>7</Slides>
  <Notes>4</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Herts Theme</vt:lpstr>
      <vt:lpstr>Visualization and Analysis –  Tutorial Presentation for Feedback Date:  26.11.2025 </vt:lpstr>
      <vt:lpstr>If you have not defined your Research Question (RQ) yet, please do not attempt to present Visualizations and/or analyses of your data.  Go to Canvas, announcements on RQ presentations, and use the PowerPoint template provided for you to present your RQ.  You can use the time slot to present your RQ instead of the Visualisation.</vt:lpstr>
      <vt:lpstr>PowerPoint Presentation</vt:lpstr>
      <vt:lpstr>PowerPoint Presentation</vt:lpstr>
      <vt:lpstr>Only attempt this Analysis part of the demo if you have completed your Visualization(s). Otherwise end your demo after the Visualization for feedback.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Sarah Beecham</cp:lastModifiedBy>
  <cp:revision>84</cp:revision>
  <dcterms:created xsi:type="dcterms:W3CDTF">2019-10-01T08:37:56Z</dcterms:created>
  <dcterms:modified xsi:type="dcterms:W3CDTF">2025-11-26T03:25:23Z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